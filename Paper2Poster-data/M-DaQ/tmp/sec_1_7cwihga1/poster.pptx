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509516" cy="2073848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_Research_Background__t1"/>
          <p:cNvSpPr txBox="1"/>
          <p:nvPr/>
        </p:nvSpPr>
        <p:spPr>
          <a:xfrm>
            <a:off x="914400" y="914400"/>
            <a:ext cx="9766316" cy="17995283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>
              <a:defRPr sz="4800"/>
            </a:pPr>
            <a:r>
              <a:rPr b="0" i="0"/>
              <a:t>•Instruction Fine-Tuning datasets are critical; small, high-quality, and diverse datasets can rival larger corpora.</a:t>
            </a:r>
          </a:p>
          <a:p>
            <a:pPr algn="l">
              <a:defRPr sz="4800"/>
            </a:pPr>
            <a:r>
              <a:rPr b="0" i="0"/>
              <a:t>•Multilingual models often fail in low-resource languages, making dataset construction the upper bound for their capabilities.</a:t>
            </a:r>
          </a:p>
          <a:p>
            <a:pPr algn="l">
              <a:defRPr sz="4800"/>
            </a:pPr>
            <a:r>
              <a:rPr b="0" i="0"/>
              <a:t>•The Superficial Alignment Hypothesis posits fine-tuning only aligns style, but its multilingual validity remains unverified.</a:t>
            </a:r>
          </a:p>
          <a:p>
            <a:pPr algn="l">
              <a:defRPr sz="4800"/>
            </a:pPr>
            <a:r>
              <a:rPr b="0" i="0"/>
              <a:t>•Key challenges include the lack of extensible quality scoring, English-centric diversity studies, and unverified multilingual SAH.</a:t>
            </a:r>
          </a:p>
          <a:p>
            <a:pPr algn="l">
              <a:defRPr sz="4800"/>
            </a:pPr>
            <a:r>
              <a:rPr b="0" i="0"/>
              <a:t>•We propose M-DaQ, a diversity-driven retrieval method to improve multilinguality and mitigate data skewness across 18 languages.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