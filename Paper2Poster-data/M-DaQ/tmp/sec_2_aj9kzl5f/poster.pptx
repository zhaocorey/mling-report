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509516" cy="2278695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_Related_Work__t1"/>
          <p:cNvSpPr txBox="1"/>
          <p:nvPr/>
        </p:nvSpPr>
        <p:spPr>
          <a:xfrm>
            <a:off x="914400" y="914400"/>
            <a:ext cx="9766316" cy="20043756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0" i="0"/>
              <a:t>•Heuristic selection of the longest instruction-response pairs consistently outperforms complex methods by capturing rich learnable signals.</a:t>
            </a:r>
          </a:p>
          <a:p>
            <a:pPr algn="l">
              <a:defRPr sz="6000"/>
            </a:pPr>
            <a:r>
              <a:rPr b="0" i="0"/>
              <a:t>•LLM-as-a-judge frameworks automatically filter low-quality instances, yielding superior performance with reduced training costs.</a:t>
            </a:r>
          </a:p>
          <a:p>
            <a:pPr algn="l">
              <a:defRPr sz="6000"/>
            </a:pPr>
            <a:r>
              <a:rPr b="0" i="0"/>
              <a:t>•Existing methods often disregard linguistic specificities and suffer from cross-lingual biases when using general-purpose judges.</a:t>
            </a:r>
          </a:p>
          <a:p>
            <a:pPr algn="l">
              <a:defRPr sz="6000"/>
            </a:pPr>
            <a:r>
              <a:rPr b="0" i="0"/>
              <a:t>•We propose fine-tuning a multilingual expert model and applying Maximal Marginal Relevance to balance data quality and diversity.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