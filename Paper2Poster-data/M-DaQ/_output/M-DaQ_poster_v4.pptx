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320"/>
            <a:ext cx="2837688" cy="640080"/>
          </a:xfrm>
          <a:prstGeom prst="rect">
            <a:avLst/>
          </a:prstGeom>
        </p:spPr>
      </p:pic>
      <p:pic>
        <p:nvPicPr>
          <p:cNvPr id="5" name="Picture 4" descr="sigi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0" y="274320"/>
            <a:ext cx="914400" cy="91440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0" y="274320"/>
            <a:ext cx="334264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2880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latin typeface="Arial"/>
                <a:solidFill>
                  <a:srgbClr val="1B3A5C"/>
                </a:solidFill>
              </a:rPr>
              <a:t>M-DaQ: Retrieving Samples with Multilingual Diversity
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880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Arial"/>
                <a:solidFill>
                  <a:srgbClr val="222222"/>
                </a:solidFill>
              </a:rPr>
              <a:t>Chunguang Zhao¹ · Yilun Liu¹ · Pufan Zeng² · Yuanchang Luo¹ · Shimin Tao¹ · Minggui He¹ · Weibin Meng¹ · Song Xu² · Chen Liu¹ · Hongxia Ma¹ · Li Zhang¹ · Boxing Chen¹ ·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880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latin typeface="Arial"/>
                <a:solidFill>
                  <a:srgbClr val="666666"/>
                </a:solidFill>
              </a:rPr>
              <a:t>¹ Huawei Technologies Ltd.  ² USTC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4127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14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14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14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14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9875520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0378440"/>
            <a:ext cx="457200" cy="34747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0396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0378440"/>
            <a:ext cx="135331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4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1247120"/>
            <a:ext cx="457200" cy="34747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112654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1247120"/>
            <a:ext cx="135331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4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2115800"/>
            <a:ext cx="457200" cy="34747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21340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12115800"/>
            <a:ext cx="135331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4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3258800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3761720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3990320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4447520"/>
            <a:ext cx="14127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7647920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105120"/>
            <a:ext cx="1412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2677120"/>
            <a:ext cx="14127480" cy="109723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" y="33695182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07640" y="3474720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07640" y="3977639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407640" y="4206240"/>
            <a:ext cx="1412748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81960" y="4297679"/>
            <a:ext cx="1357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400"/>
              </a:spcAft>
            </a:pPr>
            <a:r>
              <a:rPr sz="24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07640" y="5852159"/>
            <a:ext cx="14127480" cy="71800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407640" y="13077883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07640" y="13580803"/>
            <a:ext cx="14127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07640" y="16506883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407640" y="17009803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407640" y="17238403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407640" y="17695603"/>
          <a:ext cx="141274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244"/>
                <a:gridCol w="3390595"/>
                <a:gridCol w="3249320"/>
                <a:gridCol w="32493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407640" y="21261763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07640" y="21764683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407640" y="21993283"/>
            <a:ext cx="1412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7640" y="22541923"/>
            <a:ext cx="14127480" cy="98892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07640" y="28074043"/>
            <a:ext cx="1412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07640" y="28576963"/>
            <a:ext cx="14127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💡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407640" y="32417443"/>
            <a:ext cx="1412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407640" y="32920363"/>
            <a:ext cx="1412748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407640" y="33148963"/>
            <a:ext cx="14127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2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07640" y="38178163"/>
            <a:ext cx="1412748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773400" y="38406763"/>
            <a:ext cx="1339595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12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10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📄  Paper</a:t>
            </a:r>
          </a:p>
          <a:p>
            <a:pPr algn="l">
              <a:spcAft>
                <a:spcPts val="12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10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336720"/>
            <a:ext cx="3026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3474720"/>
            <a:ext cx="27432" cy="3886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