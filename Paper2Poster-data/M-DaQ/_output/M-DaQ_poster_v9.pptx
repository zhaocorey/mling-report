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3026664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0" y="274320"/>
            <a:ext cx="2432304" cy="548640"/>
          </a:xfrm>
          <a:prstGeom prst="rect">
            <a:avLst/>
          </a:prstGeom>
        </p:spPr>
      </p:pic>
      <p:pic>
        <p:nvPicPr>
          <p:cNvPr id="5" name="Picture 4" descr="SIGIR_2026_N_Odate_pos_73a5d01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0" y="914400"/>
            <a:ext cx="1831361" cy="914400"/>
          </a:xfrm>
          <a:prstGeom prst="rect">
            <a:avLst/>
          </a:prstGeom>
        </p:spPr>
      </p:pic>
      <p:pic>
        <p:nvPicPr>
          <p:cNvPr id="6" name="Picture 5" descr="ust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0" y="1920240"/>
            <a:ext cx="286512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65760"/>
            <a:ext cx="2523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latin typeface="Arial"/>
                <a:solidFill>
                  <a:srgbClr val="1B3A5C"/>
                </a:solidFill>
              </a:rPr>
              <a:t>M-DaQ: Retrieving Samples with Multilingual
Diversity and Quality for Instruction Fine-Tuning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523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latin typeface="Arial"/>
                <a:solidFill>
                  <a:srgbClr val="222222"/>
                </a:solidFill>
              </a:rPr>
              <a:t>Chunguang Zhao¹, Yilun Liu¹, Pufan Zeng², Yuanchang Luo¹, Shimin Tao¹, Minggui He¹, Weibin Meng¹, Song Xu², Chen Liu¹, Hongxia Ma¹, Li Zhang¹, Boxing Chen¹, Daimeng Wei¹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523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Arial"/>
                <a:solidFill>
                  <a:srgbClr val="666666"/>
                </a:solidFill>
              </a:rPr>
              <a:t>¹ Huawei Technologies Ltd.  ² USTC  |  SIGIR 2026 · Melbourne · July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1426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Multilingual IFT data is scarce, skewed toward English, lacks systematic curation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08660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745236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746150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45236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804672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805586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804672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864108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865022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864108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1K→52K study, 8 langs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37260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978408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992124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0268712"/>
            <a:ext cx="1426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18895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2536424"/>
            <a:ext cx="1426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9" name="Picture 28" descr="fig_p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5096744"/>
            <a:ext cx="14264640" cy="110788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21543264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0" y="33375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361920" y="374903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0" y="3886200"/>
            <a:ext cx="142646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0" y="3959352"/>
            <a:ext cx="1389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200"/>
              </a:spcAft>
            </a:pPr>
            <a:r>
              <a:rPr sz="2400" b="1">
                <a:latin typeface="Arial"/>
                <a:solidFill>
                  <a:srgbClr val="E8792B"/>
                </a:solidFill>
              </a:rPr>
              <a:t>Alpaca-Eval: 60.2%  ·  MT-Bench R1: 62.6%  ·  MT-Bench R2: 62.9%</a:t>
            </a:r>
          </a:p>
        </p:txBody>
      </p:sp>
      <p:pic>
        <p:nvPicPr>
          <p:cNvPr id="35" name="Picture 34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0" y="4937760"/>
            <a:ext cx="14264640" cy="724971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61920" y="1046988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0" y="10789920"/>
            <a:ext cx="1426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mitigates linguistic imbalance and data scarcity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0" y="1252728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4  HUMAN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0" y="1293876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0" y="1307592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6 Languages · 900 Samples · 58 Person-Hours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361920" y="13423392"/>
          <a:ext cx="14264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/>
                <a:gridCol w="3423513"/>
                <a:gridCol w="3280867"/>
                <a:gridCol w="3280867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5361920" y="16724376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5  SAH IN MULTILINGUAL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361920" y="17135856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361920" y="17273016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latin typeface="Arial"/>
                <a:solidFill>
                  <a:srgbClr val="222222"/>
                </a:solidFill>
              </a:rPr>
              <a:t>First systematic investigation of SAH across languages.</a:t>
            </a:r>
          </a:p>
        </p:txBody>
      </p:sp>
      <p:pic>
        <p:nvPicPr>
          <p:cNvPr id="45" name="Picture 44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0" y="17638776"/>
            <a:ext cx="14264640" cy="99852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61920" y="20884896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0" y="21204936"/>
            <a:ext cx="1426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✅  Diminishing returns: 1K curated &gt; 52K unfiltered — SAH holds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   10K → −10.1% avg win rate;  52K → −6.2% vs 1K baseline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⚠️  Language-dependent: Arabic flatter than French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A few thousand high-quality samples suffice for multilingual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0" y="23490936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6  CONCLUSION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361920" y="23902416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0" y="24039576"/>
            <a:ext cx="1426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= QSM + DAS: compact, high-fidelity multilingual IFT subsets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60%+ avg win rate across 18 languages on Alpaca-Eval &amp; MT-Bench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Human eval confirms cultural relevance &amp; instruction-following gains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First empirical validation of SAH in multilingual settings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Code: github.com/zhaocorey/M-DaQ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0" y="26874216"/>
            <a:ext cx="142646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36240" y="27038808"/>
            <a:ext cx="13716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📎  Code &amp; Resources</a:t>
            </a:r>
          </a:p>
          <a:p>
            <a:pPr algn="l">
              <a:spcAft>
                <a:spcPts val="8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github.com/zhaocorey/M-DaQ</a:t>
            </a:r>
          </a:p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  Paper</a:t>
            </a:r>
          </a:p>
          <a:p>
            <a:pPr algn="l">
              <a:spcAft>
                <a:spcPts val="8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DOI: 10.1145/3805712.3809946   |   arXiv: 2509.15549</a:t>
            </a:r>
          </a:p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📧  Contact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zhaochunguang6@huawei.com   |   +86-15501192353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473879"/>
            <a:ext cx="3026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19604" y="3337560"/>
            <a:ext cx="27432" cy="39136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